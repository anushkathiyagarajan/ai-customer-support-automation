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Roboto" panose="02000000000000000000" pitchFamily="2" charset="0"/>
      <p:regular r:id="rId16"/>
    </p:embeddedFont>
    <p:embeddedFont>
      <p:font typeface="Roboto Bold" panose="020B0604020202020204" charset="0"/>
      <p:regular r:id="rId17"/>
    </p:embeddedFont>
    <p:embeddedFont>
      <p:font typeface="Roboto Slab" panose="020F0502020204030204" pitchFamily="2" charset="0"/>
      <p:regular r:id="rId18"/>
    </p:embeddedFont>
    <p:embeddedFont>
      <p:font typeface="Roboto Slab Light" panose="020F0502020204030204" pitchFamily="2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920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5779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AI-Powered Customer Support Automation using Classification Models and Generative AI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2256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237607"/>
            <a:ext cx="10868745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33000"/>
              </a:lnSpc>
              <a:spcAft>
                <a:spcPts val="4050"/>
              </a:spcAft>
              <a:buNone/>
            </a:pPr>
            <a:endParaRPr lang="en-US" sz="1450" dirty="0"/>
          </a:p>
          <a:p>
            <a:pPr marL="0" indent="0" algn="r">
              <a:lnSpc>
                <a:spcPct val="133000"/>
              </a:lnSpc>
              <a:spcAft>
                <a:spcPts val="4050"/>
              </a:spcAft>
              <a:buNone/>
            </a:pPr>
            <a:endParaRPr lang="en-US" sz="1450" dirty="0"/>
          </a:p>
          <a:p>
            <a:pPr marL="0" indent="0" algn="r">
              <a:lnSpc>
                <a:spcPct val="133000"/>
              </a:lnSpc>
              <a:spcAft>
                <a:spcPts val="4050"/>
              </a:spcAft>
              <a:buNone/>
            </a:pPr>
            <a:endParaRPr lang="en-US" sz="1450" dirty="0"/>
          </a:p>
          <a:p>
            <a:pPr marL="0" indent="0" algn="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Presented By: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Anushka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</a:t>
            </a:r>
            <a:endParaRPr lang="en-US" sz="1450" dirty="0"/>
          </a:p>
          <a:p>
            <a:pPr marL="0" indent="0" algn="r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AIML(Weekday Batch)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1984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Introduction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2155527"/>
            <a:ext cx="283461" cy="2834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2146102"/>
            <a:ext cx="1025449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support systems receive thousands of tickets every day.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3110012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5723" y="3100586"/>
            <a:ext cx="1025449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ticket categorization is time-consuming and prone to errors.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4064496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5723" y="4055070"/>
            <a:ext cx="1025449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Incorrect routing delays issue resolution and reduces customer satisfaction.</a:t>
            </a:r>
            <a:endParaRPr lang="en-US" sz="14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5018980"/>
            <a:ext cx="283461" cy="2834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75723" y="5009555"/>
            <a:ext cx="1025449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Artificial Intelligence and Natural Language Processing can automate ticket classification and response generation.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18295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792413"/>
            <a:ext cx="5476043" cy="2147292"/>
          </a:xfrm>
          <a:prstGeom prst="roundRect">
            <a:avLst>
              <a:gd name="adj" fmla="val 1320"/>
            </a:avLst>
          </a:prstGeom>
          <a:solidFill>
            <a:srgbClr val="3257B8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2981424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Existing System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465711"/>
            <a:ext cx="509802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ticket sorting.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Delayed responses.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Increased operational cost.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Misclassification of tickets.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981424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Proposed System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465711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classify customer tickets.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tickets to the correct department.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automatic acknowledgment responses using Generative AI.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1611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10284"/>
            <a:ext cx="3496877" cy="1856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6410" y="225206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75881" y="2866231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Automate customer ticket classification.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110284"/>
            <a:ext cx="3496877" cy="1856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82294" y="225206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561766" y="2866231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Compare multiple machine learning models.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110284"/>
            <a:ext cx="3496877" cy="1856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68179" y="225206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8247650" y="2866231"/>
            <a:ext cx="3068065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Generate professional responses using Gemini API.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155480"/>
            <a:ext cx="5339820" cy="15609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217931" y="429726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875881" y="4911427"/>
            <a:ext cx="45668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Reduce manual effort and response time.</a:t>
            </a:r>
            <a:endParaRPr lang="en-US" sz="1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4155480"/>
            <a:ext cx="5339820" cy="15609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746757" y="429726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6404708" y="4911427"/>
            <a:ext cx="491100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Develop an interactive Streamlit application.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9099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Description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1763216"/>
            <a:ext cx="5476043" cy="4205585"/>
          </a:xfrm>
          <a:prstGeom prst="roundRect">
            <a:avLst>
              <a:gd name="adj" fmla="val 674"/>
            </a:avLst>
          </a:prstGeom>
          <a:solidFill>
            <a:srgbClr val="3257B8"/>
          </a:solidFill>
          <a:ln/>
        </p:spPr>
      </p:sp>
      <p:sp>
        <p:nvSpPr>
          <p:cNvPr id="4" name="Text 2"/>
          <p:cNvSpPr/>
          <p:nvPr/>
        </p:nvSpPr>
        <p:spPr>
          <a:xfrm>
            <a:off x="714357" y="1952228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2436515"/>
            <a:ext cx="50980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Source:</a:t>
            </a: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Hugging Face – Tobi-Bueck/customer-support-tickets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1952228"/>
            <a:ext cx="297222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Features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6332776" y="2460129"/>
            <a:ext cx="5203794" cy="3296047"/>
          </a:xfrm>
          <a:prstGeom prst="roundRect">
            <a:avLst>
              <a:gd name="adj" fmla="val 86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8232" y="2586236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Feature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26904" y="2586236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Description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28232" y="3134519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body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26904" y="3134519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ticket text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28232" y="3682802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queue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26904" y="3682802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Department label (Target)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28232" y="4231084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subject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26904" y="4231084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 subject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28232" y="4779367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126904" y="4779367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 level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28232" y="5327650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tags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26904" y="5327650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 information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6269"/>
            <a:ext cx="438992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40644"/>
            <a:ext cx="8694917" cy="48909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285"/>
            <a:ext cx="5098724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Methodology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64580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844278"/>
            <a:ext cx="5349047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984772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Preparation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181074" y="1564580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1074" y="1844278"/>
            <a:ext cx="5349146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8" name="Text 6"/>
          <p:cNvSpPr/>
          <p:nvPr/>
        </p:nvSpPr>
        <p:spPr>
          <a:xfrm>
            <a:off x="6181074" y="1984772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Text Preprocessing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181074" y="2367558"/>
            <a:ext cx="5349146" cy="1299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Lowercasing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Special Character Removal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Stopword Removal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475" y="3972024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1475" y="4233863"/>
            <a:ext cx="5349047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4392216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Feature Extraction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61475" y="4775002"/>
            <a:ext cx="5349047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TF-IDF Vectorization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81074" y="3972024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81074" y="4251722"/>
            <a:ext cx="5349146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6" name="Text 14"/>
          <p:cNvSpPr/>
          <p:nvPr/>
        </p:nvSpPr>
        <p:spPr>
          <a:xfrm>
            <a:off x="6181074" y="4392216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 Training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61475" y="5360293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1475" y="5604173"/>
            <a:ext cx="5349047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5780484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Evaluation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6181074" y="5360293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81074" y="5604173"/>
            <a:ext cx="5349146" cy="2540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22" name="Text 20"/>
          <p:cNvSpPr/>
          <p:nvPr/>
        </p:nvSpPr>
        <p:spPr>
          <a:xfrm>
            <a:off x="6181074" y="5780484"/>
            <a:ext cx="224457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Deployment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0533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Technologies Used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739205"/>
            <a:ext cx="10868745" cy="4348163"/>
          </a:xfrm>
          <a:prstGeom prst="roundRect">
            <a:avLst>
              <a:gd name="adj" fmla="val 65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1745555"/>
            <a:ext cx="10856046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1865312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Technology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88029" y="1865312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Purpose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7825" y="2287488"/>
            <a:ext cx="10856046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56832" y="2407245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88029" y="2407245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Programming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7825" y="2829421"/>
            <a:ext cx="10856046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56832" y="2949178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88029" y="2949178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Processing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7825" y="3371354"/>
            <a:ext cx="10856046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56832" y="3491111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NLTK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88029" y="3491111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Preprocessing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7825" y="3913287"/>
            <a:ext cx="10856046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56832" y="4033044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Scikit-Learn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88029" y="4033044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67825" y="4455220"/>
            <a:ext cx="10856046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56832" y="4574977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TensorFlow/Keras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88029" y="4574977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LSTM Model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7825" y="4997152"/>
            <a:ext cx="10856046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56832" y="5116909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API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288029" y="5116909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Response Generation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67825" y="5539085"/>
            <a:ext cx="10856046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56832" y="5658842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288029" y="5658842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Application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57462"/>
            <a:ext cx="533634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Models Implemented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31579"/>
            <a:ext cx="5339820" cy="11399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845991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Logistic Regression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3254673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classification model.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631579"/>
            <a:ext cx="5339919" cy="11399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06305" y="2845991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Naïve Bayes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506305" y="3254673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Probabilistic text classification model.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60515"/>
            <a:ext cx="5339820" cy="113992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7479" y="4174927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LSTM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7479" y="4583609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 sequence classification model.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3960515"/>
            <a:ext cx="5339919" cy="113992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06305" y="4174927"/>
            <a:ext cx="23626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Improved SVM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506305" y="4583609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Best-performing model for text classification.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83432"/>
            <a:ext cx="7828164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 Performance Comparison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552105"/>
            <a:ext cx="10868745" cy="2722364"/>
          </a:xfrm>
          <a:prstGeom prst="roundRect">
            <a:avLst>
              <a:gd name="adj" fmla="val 104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558455"/>
            <a:ext cx="10856046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2678212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88029" y="2678212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 (%)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7825" y="3100388"/>
            <a:ext cx="10856046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56832" y="3220145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88029" y="3220145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48.74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7825" y="3642320"/>
            <a:ext cx="10856046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56832" y="3762077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Naïve Bayes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88029" y="3762077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40.74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7825" y="4184253"/>
            <a:ext cx="10856046" cy="54193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56832" y="4304010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LSTM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88029" y="4304010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37.39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7825" y="4726186"/>
            <a:ext cx="10856046" cy="54193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56832" y="4845943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SVM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88029" y="4845943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61.18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19807"/>
            <a:ext cx="8694917" cy="52170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896273"/>
            <a:ext cx="415359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069"/>
            <a:ext cx="444538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Streamlit Application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437" y="1264444"/>
            <a:ext cx="7896722" cy="4689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90146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56408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25080"/>
            <a:ext cx="10868745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Successfully developed an AI-powered customer support automation system.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Compared multiple machine learning models.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SVM achieved the highest accuracy of </a:t>
            </a:r>
            <a:r>
              <a:rPr lang="en-US" sz="1450" b="1" dirty="0">
                <a:solidFill>
                  <a:srgbClr val="15213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61.18%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Integrated Gemini API to generate professional responses.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Deployed the solution using Streamlit.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</Words>
  <Application>Microsoft Office PowerPoint</Application>
  <PresentationFormat>Widescreen</PresentationFormat>
  <Paragraphs>124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Roboto Slab</vt:lpstr>
      <vt:lpstr>Roboto Slab Light</vt:lpstr>
      <vt:lpstr>Roboto Bold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Anushka Thiyagarajan</dc:creator>
  <cp:lastModifiedBy>Anushka Thiyagarajan</cp:lastModifiedBy>
  <cp:revision>2</cp:revision>
  <dcterms:created xsi:type="dcterms:W3CDTF">2026-07-05T14:53:34Z</dcterms:created>
  <dcterms:modified xsi:type="dcterms:W3CDTF">2026-07-05T14:54:45Z</dcterms:modified>
</cp:coreProperties>
</file>